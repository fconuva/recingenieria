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76000" cy="2196000"/>
  <p:notesSz cx="2196000" cy="32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 Ingeniería. Corte 85 × 55 mm, archivo 91 × 61 mm, con sangrado de 3 mm. Imagen conceptual. Contacto digital a recingenieria.com.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 Ingeniería. Corte 85 × 55 mm, archivo 91 × 61 mm, con sangrado de 3 mm. Imagen conceptual. Contacto digital a recingenieria.com.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 Ingeniería, del terreno al proyect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276000" cy="21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chard Castro Núñez, contactos de España y Chile y QR a recingenieria.co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276000" cy="21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REC 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 Ingeniería | Tarjeta Materia precisa</dc:title>
  <dc:subject>Tarjeta Materia precisa, dos caras con sangrado de 3 mm</dc:subject>
  <dc:creator>REC Ingeniería</dc:creator>
  <cp:lastModifiedBy>REC Ingeniería</cp:lastModifiedBy>
  <cp:revision>1</cp:revision>
  <dcterms:created xsi:type="dcterms:W3CDTF">2026-10-06T18:42:36Z</dcterms:created>
  <dcterms:modified xsi:type="dcterms:W3CDTF">2026-10-06T18:42:36Z</dcterms:modified>
</cp:coreProperties>
</file>