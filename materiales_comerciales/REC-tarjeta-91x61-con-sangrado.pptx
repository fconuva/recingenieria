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3276000" cy="2196000"/>
  <p:notesSz cx="2196000" cy="327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dev\rec-ingenieria\materiales_comerciales\tarjeta-fren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276000" cy="2196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dev\rec-ingenieria\materiales_comerciales\tarjeta-rever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276000" cy="2196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REC Ingeniería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REC | Tarjeta con sangrado 3 mm</dc:title>
  <dc:subject>Propuesta de tarjeta comercial con QR</dc:subject>
  <dc:creator>REC Ingeniería</dc:creator>
  <cp:lastModifiedBy>REC Ingeniería</cp:lastModifiedBy>
  <cp:revision>1</cp:revision>
  <dcterms:created xsi:type="dcterms:W3CDTF">2026-10-06T17:09:06Z</dcterms:created>
  <dcterms:modified xsi:type="dcterms:W3CDTF">2026-10-06T17:09:06Z</dcterms:modified>
</cp:coreProperties>
</file>