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propuesta. Confirmar categoría BNI y atribuciones aplicables antes de usar. Presentarse sin afirmar experiencia española no acreditada. Imagen conceptual generada, no obra de REC.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situaciones de cliente, no casos reales ni resultados de REC. Preguntar cuál reconoce el interlocutor. Imágenes conceptuales generadas.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solamente los servicios permitidos por la categoría de BNI. Las firmas, dirección facultativa y campañas requieren alcance y profesional habilitado.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atribuir ausencia de errores a IA. Acordar fuentes, versiones y responsabilidad de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propuestos, sin promesas porcentuales de ahorro ni garantías absolutas. Mostrar solo una muestra autorizada y anonimizada si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disponibilidad, medios locales y atribuciones. No prometer un equipo local ni un laboratorio propio sin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Adaptar a categoría autorizada. Pedir una presentación concreta, no números sin consentimiento. No se afirma que existan clientes esperando.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Contactos cotejados con tarjeta y firma recibidas. El enlace no prueba que WhatsApp esté activo. QR a URL permanente elegida.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conceptual de ingeniería geotécnica y estudio del suel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31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92640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 conceptual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93268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técnico para decidir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avanzar en su proyecto.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235440" y="36576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Imagen conceptual de servicios de REC Ingenierí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493776"/>
            <a:ext cx="2002536" cy="6850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3832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Núñez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40080" y="4251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Suelo y estructuras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obras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Riego y fertirriego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situaciones para iniciar una conversación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Imagen conceptual de ingeniería geotécnica y estudio del suel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14600"/>
            <a:ext cx="35204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cimentar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¿Tenemos información suficiente del terreno y de la estructura?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38912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Imagen conceptual de inspección y construcción de obra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514600"/>
            <a:ext cx="35204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cambia la obra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1772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antecedentes y decisiones debemos revisar y documentar?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13816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Imagen conceptual de riego tecnificado y fertirrie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514600"/>
            <a:ext cx="352044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revisar el riego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36676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datos necesitamos para evaluar el funcionamiento de la instalación?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0080" y="6089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 conceptuales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líneas. Un alcance claro en cada encargo.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42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Suelo y estructuras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760720" y="2423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Geotecnia y cimentaciones.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y revisión estructural.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75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828800" y="35570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obras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760720" y="355701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Antecedentes y observaciones.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 seguimiento acordado.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4690872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9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828800" y="4690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Riego y fertirriego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60720" y="46908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y revisión de instalaciones.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con datos de campo.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los antecedentes a los próximos pasos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Necesidad, alcance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datos disponibles.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11296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39896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739896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Criterios, información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verificaciones.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82512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11112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611112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Hallazgos, entregables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límites del análisis.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53728" y="2606040"/>
            <a:ext cx="2651760" cy="265176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482328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Acordar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482328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 paso.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digitales con revisión profesional y trazabilidad.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recibe el cliente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ordenada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Antecedentes y observaciones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pueden seguirse y revisarse.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documentados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4515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explicación del alcance,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hallazgos y sus límites.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pasos claros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9419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 datos pendientes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continuar el proyecto.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técnica, desde una necesidad concreta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166360" cy="269748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52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estudios y empresas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368503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Apoyo en un cálculo, una revisión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documentación de proyecto.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Responsabilidades acordadas.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715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empezar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446520" y="350215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Explicar la necesidad.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Reunir los antecedentes.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Definir alcance y entregables.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Acordar cómo continuar.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referencia que buscamos esta semana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0835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10012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responsable de estudio o empresa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una cimentación o estructura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 de revisión.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escucha «necesitamos revisar este cálculo»,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presentación consentida puede iniciar la conversación.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n conceptual de ingeniería geotécnica y estudio del suel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31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92640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 conceptual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93268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Hablemos de su próximo proyecto.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Núñez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0080" y="344728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España  +34 611 437 071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40080" y="49560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richard.castro@recltda.cl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recingenieria.com</a:t>
            </a:r>
            <a:endParaRPr lang="en-US" sz="2300" dirty="0"/>
          </a:p>
        </p:txBody>
      </p:sp>
      <p:pic>
        <p:nvPicPr>
          <p:cNvPr id="12" name="Image 1" descr="QR a recingenieria.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98064"/>
            <a:ext cx="228600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97112" y="5303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y WhatsApp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REC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 Ingeniería | Criterio técnico para decidir</dc:title>
  <dc:subject>Propuesta comercial</dc:subject>
  <dc:creator>REC Ingeniería</dc:creator>
  <cp:lastModifiedBy>REC Ingeniería</cp:lastModifiedBy>
  <cp:revision>1</cp:revision>
  <dcterms:created xsi:type="dcterms:W3CDTF">2026-10-06T18:02:06Z</dcterms:created>
  <dcterms:modified xsi:type="dcterms:W3CDTF">2026-10-06T18:02:06Z</dcterms:modified>
</cp:coreProperties>
</file>