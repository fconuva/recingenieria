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propuesta. Confirmar categoría BNI y atribuciones aplicables antes de usar. Presentarse sin afirmar experiencia española no acreditada. Imagen conceptual generada, no obra de REC.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situaciones de cliente, no casos reales ni resultados de REC. Preguntar cuál reconoce el interlocutor. Imágenes conceptuales generadas.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solamente los servicios permitidos por la categoría de BNI. Las firmas, dirección facultativa y campañas requieren alcance y profesional habilitado.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atribuir ausencia de errores a IA. Acordar fuentes, versiones y responsabilidad de revisión.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Beneficios propuestos, sin promesas porcentuales de ahorro ni garantías absolutas. Mostrar solo una muestra autorizada y anonimizada si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disponibilidad, medios locales y atribuciones. No prometer un equipo local ni un laboratorio propio sin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Adaptar a categoría autorizada. Pedir una presentación concreta, no números sin consentimiento. No se afirma que existan clientes esperando.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Contactos cotejados con tarjeta y firma recibidas. El enlace no prueba que WhatsApp esté activo. QR a URL permanente elegida.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rec-ingenieria\materiales_comerciales\imagenes\suel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0"/>
            <a:ext cx="543153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123A62"/>
          </a:solidFill>
          <a:ln w="12700">
            <a:solidFill>
              <a:srgbClr val="123A6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692640" y="60716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Imagen conceptual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 INGENIERÍA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932688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 técnico para decidir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avanzar en su proyecto.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· recingenieria.com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692640" y="365760"/>
            <a:ext cx="1691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C:\dev\rec-ingenieria\00_SITIO_WEB_REC\assets\logo-r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502920"/>
            <a:ext cx="1417320" cy="8145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3832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Núñez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640080" y="42519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Suelo y estructuras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Seguimiento de obras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Riego y fertirriego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 INGENIERÍA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situaciones para iniciar una conversación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· recingenieria.com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52044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C:\dev\rec-ingenieria\materiales_comerciales\imagenes\suel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514600"/>
            <a:ext cx="35204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73075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cimentar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4544568"/>
            <a:ext cx="3017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¿Tenemos información suficiente del terreno y de la estructura?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389120" y="2514600"/>
            <a:ext cx="352044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C:\dev\rec-ingenieria\materiales_comerciales\imagenes\obr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0" y="2514600"/>
            <a:ext cx="3520440" cy="10058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73075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cambia la obra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617720" y="4544568"/>
            <a:ext cx="3017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antecedentes y decisiones debemos revisar y documentar?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8138160" y="2514600"/>
            <a:ext cx="352044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C:\dev\rec-ingenieria\materiales_comerciales\imagenes\rieg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8160" y="2514600"/>
            <a:ext cx="3520440" cy="10058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373075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revisar el riego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8366760" y="4544568"/>
            <a:ext cx="3017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datos necesitamos para evaluar el funcionamiento de la instalación?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640080" y="60899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Imágenes conceptuales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 INGENIERÍA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líneas. Un alcance claro en cada encargo.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· recingenieria.com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914400" cy="786384"/>
          </a:xfrm>
          <a:prstGeom prst="rect">
            <a:avLst/>
          </a:prstGeom>
          <a:solidFill>
            <a:srgbClr val="123A62"/>
          </a:solidFill>
          <a:ln w="12700">
            <a:solidFill>
              <a:srgbClr val="123A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420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828800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Suelo y estructuras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760720" y="24231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Geotecnia y cimentaciones.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Cálculo y revisión estructural.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557016"/>
            <a:ext cx="914400" cy="786384"/>
          </a:xfrm>
          <a:prstGeom prst="rect">
            <a:avLst/>
          </a:prstGeom>
          <a:solidFill>
            <a:srgbClr val="123A62"/>
          </a:solidFill>
          <a:ln w="12700">
            <a:solidFill>
              <a:srgbClr val="123A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758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828800" y="355701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Seguimiento de obras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760720" y="3557016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Antecedentes y observaciones.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Prioridades y seguimiento acordado.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4690872"/>
            <a:ext cx="914400" cy="786384"/>
          </a:xfrm>
          <a:prstGeom prst="rect">
            <a:avLst/>
          </a:prstGeom>
          <a:solidFill>
            <a:srgbClr val="123A62"/>
          </a:solidFill>
          <a:ln w="12700">
            <a:solidFill>
              <a:srgbClr val="123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8097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1828800" y="46908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Riego y fertirriego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5760720" y="469087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y revisión de instalaciones.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 con datos de campo.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 INGENIERÍA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los antecedentes a los próximos pasos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· recingenieria.com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16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37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3675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Definir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Necesidad, alcance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datos disponibles.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511296" y="26060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9896" y="2816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37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739896" y="3675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739896" y="4343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Criterios, información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verificaciones.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82512" y="26060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2816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37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611112" y="3675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Documentar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611112" y="4343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Hallazgos, entregables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límites del análisis.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253728" y="2606040"/>
            <a:ext cx="2651760" cy="2651760"/>
          </a:xfrm>
          <a:prstGeom prst="rect">
            <a:avLst/>
          </a:prstGeom>
          <a:solidFill>
            <a:srgbClr val="123A62"/>
          </a:solidFill>
          <a:ln w="12700">
            <a:solidFill>
              <a:srgbClr val="123A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82328" y="2816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482328" y="3675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Acordar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482328" y="4343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Prioridades 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siguiente paso.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 digitales con revisión profesional y trazabilidad.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 INGENIERÍA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recibe el cliente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· recingenieria.com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52044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92608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Información ordenada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96112" y="4023360"/>
            <a:ext cx="2999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Antecedentes y observaciones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pueden seguirse y revisarse.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89120" y="2514600"/>
            <a:ext cx="352044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92608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Criterios documentados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45152" y="4023360"/>
            <a:ext cx="2999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explicación del alcance,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hallazgos y sus límites.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138160" y="2514600"/>
            <a:ext cx="352044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292608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pasos claros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94192" y="4023360"/>
            <a:ext cx="2999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Prioridades y datos pendientes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continuar el proyecto.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 INGENIERÍA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Colaboración técnica, desde una necesidad concreta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· recingenieria.com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166360" cy="2697480"/>
          </a:xfrm>
          <a:prstGeom prst="rect">
            <a:avLst/>
          </a:prstGeom>
          <a:solidFill>
            <a:srgbClr val="123A62"/>
          </a:solidFill>
          <a:ln w="12700">
            <a:solidFill>
              <a:srgbClr val="123A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529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estudios y empresas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368503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Apoyo en un cálculo, una revisión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documentación de proyecto.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Responsabilidades acordadas.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46520" y="27157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empezar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446520" y="3502152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Explicar la necesidad.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Reunir los antecedentes.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Definir alcance y entregables.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Acordar cómo continuar.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 INGENIERÍA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referencia que buscamos esta semana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· recingenieria.com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487168"/>
            <a:ext cx="10835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743200"/>
            <a:ext cx="10012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responsable de estudio o empresa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una cimentación o estructura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834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pendiente de revisión.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5276088"/>
            <a:ext cx="10652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escucha «necesitamos revisar este cálculo»,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5265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presentación consentida puede iniciar la conversación.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rec-ingenieria\materiales_comerciales\imagenes\suel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0"/>
            <a:ext cx="543153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123A62"/>
          </a:solidFill>
          <a:ln w="12700">
            <a:solidFill>
              <a:srgbClr val="123A6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692640" y="60716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Imagen conceptual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 INGENIERÍA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932688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Hablemos de su próximo proyecto.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· recingenieria.com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468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 Castro Núñez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640080" y="3447288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España  +34 611 437 071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Chile     +56 9 7153 2583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640080" y="495604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richard.castro@recltda.cl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CADC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recingenieria.com</a:t>
            </a:r>
            <a:endParaRPr lang="en-US" sz="2300" dirty="0"/>
          </a:p>
        </p:txBody>
      </p:sp>
      <p:pic>
        <p:nvPicPr>
          <p:cNvPr id="12" name="Image 1" descr="QR a recingenieria.c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798064"/>
            <a:ext cx="228600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897112" y="5303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 y WhatsApp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REC Ingeniería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 Ingeniería | Criterio técnico para decidir</dc:title>
  <dc:subject>Propuesta comercial</dc:subject>
  <dc:creator>REC Ingeniería</dc:creator>
  <cp:lastModifiedBy>REC Ingeniería</cp:lastModifiedBy>
  <cp:revision>1</cp:revision>
  <dcterms:created xsi:type="dcterms:W3CDTF">2026-10-06T17:09:05Z</dcterms:created>
  <dcterms:modified xsi:type="dcterms:W3CDTF">2026-10-06T17:09:05Z</dcterms:modified>
</cp:coreProperties>
</file>