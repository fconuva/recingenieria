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propuesta. Confirmar categoría BNI y atribuciones aplicables antes de usar. Presentarse sin afirmar experiencia española no acreditada. Imagen conceptual generada, no obra de REC.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Son situaciones de cliente, no casos reales ni resultados de REC. Preguntar cuál reconoce el interlocutor. Imágenes conceptuales generadas.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solamente los servicios permitidos por la categoría de BNI. Las firmas, dirección facultativa y campañas requieren alcance y profesional habilitado.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atribuir ausencia de errores a IA. Acordar fuentes, versiones y responsabilidad de revisión.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Beneficios propuestos, sin promesas porcentuales de ahorro ni garantías absolutas. Mostrar solo una muestra autorizada y anonimizada si existe.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Confirmar disponibilidad, medios locales y atribuciones. No prometer un equipo local ni un laboratorio propio sin evidencia.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Adaptar a categoría autorizada. Pedir una presentación concreta, no números sin consentimiento. No se afirma que existan clientes esperando.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Contactos cotejados con tarjeta y firma recibidas. El enlace no prueba que WhatsApp esté activo. QR a URL permanente elegida.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A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dev\rec-ingenieria\materiales_comerciales\imagenes\suel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66560" y="0"/>
            <a:ext cx="5431536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766560" cy="6858000"/>
          </a:xfrm>
          <a:prstGeom prst="rect">
            <a:avLst/>
          </a:prstGeom>
          <a:solidFill>
            <a:srgbClr val="123A62"/>
          </a:solidFill>
          <a:ln w="12700">
            <a:solidFill>
              <a:srgbClr val="123A62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9692640" y="6071616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Imagen conceptual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40080" y="411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 INGENIERÍA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932688"/>
            <a:ext cx="5943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Criterio técnico para decidir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 avanzar en su proyecto.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644652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Richard Castro · recingenieria.com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972800" y="6437376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9235440" y="365760"/>
            <a:ext cx="23317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1" descr="C:\dev\rec-ingenieria\00_SITIO_WEB_REC\assets\rec-marc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0032" y="493776"/>
            <a:ext cx="2002536" cy="68507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40080" y="338328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Richard Castro Núñez</a:t>
            </a:r>
            <a:endParaRPr lang="en-US" sz="2800" dirty="0"/>
          </a:p>
        </p:txBody>
      </p:sp>
      <p:sp>
        <p:nvSpPr>
          <p:cNvPr id="12" name="Text 8"/>
          <p:cNvSpPr/>
          <p:nvPr/>
        </p:nvSpPr>
        <p:spPr>
          <a:xfrm>
            <a:off x="640080" y="4251960"/>
            <a:ext cx="5852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CADC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Suelo y estructuras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CADC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Seguimiento de obras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CADC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Riego y fertirriego</a:t>
            </a:r>
            <a:endParaRPr lang="en-US" sz="2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265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 INGENIERÍA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32688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834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Tres situaciones para iniciar una conversación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644652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5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Richard Castro · recingenieria.com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437376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65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514600"/>
            <a:ext cx="3520440" cy="34015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C:\dev\rec-ingenieria\materiales_comerciales\imagenes\suel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514600"/>
            <a:ext cx="3520440" cy="10058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3730752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834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Antes de cimentar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868680" y="4544568"/>
            <a:ext cx="3017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5265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¿Tenemos información suficiente del terreno y de la estructura?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4389120" y="2514600"/>
            <a:ext cx="3520440" cy="34015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" name="Image 1" descr="C:\dev\rec-ingenieria\materiales_comerciales\imagenes\obr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89120" y="2514600"/>
            <a:ext cx="3520440" cy="10058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17720" y="3730752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834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Cuando cambia la obra</a:t>
            </a:r>
            <a:endParaRPr lang="en-US" sz="2200" dirty="0"/>
          </a:p>
        </p:txBody>
      </p:sp>
      <p:sp>
        <p:nvSpPr>
          <p:cNvPr id="13" name="Text 9"/>
          <p:cNvSpPr/>
          <p:nvPr/>
        </p:nvSpPr>
        <p:spPr>
          <a:xfrm>
            <a:off x="4617720" y="4544568"/>
            <a:ext cx="3017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5265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¿Qué antecedentes y decisiones debemos revisar y documentar?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8138160" y="2514600"/>
            <a:ext cx="3520440" cy="34015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5" name="Image 2" descr="C:\dev\rec-ingenieria\materiales_comerciales\imagenes\riego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38160" y="2514600"/>
            <a:ext cx="3520440" cy="10058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366760" y="3730752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834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 revisar el riego</a:t>
            </a:r>
            <a:endParaRPr lang="en-US" sz="2200" dirty="0"/>
          </a:p>
        </p:txBody>
      </p:sp>
      <p:sp>
        <p:nvSpPr>
          <p:cNvPr id="17" name="Text 12"/>
          <p:cNvSpPr/>
          <p:nvPr/>
        </p:nvSpPr>
        <p:spPr>
          <a:xfrm>
            <a:off x="8366760" y="4544568"/>
            <a:ext cx="3017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5265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¿Qué datos necesitamos para evaluar el funcionamiento de la instalación?</a:t>
            </a:r>
            <a:endParaRPr lang="en-US" sz="1900" dirty="0"/>
          </a:p>
        </p:txBody>
      </p:sp>
      <p:sp>
        <p:nvSpPr>
          <p:cNvPr id="18" name="Text 13"/>
          <p:cNvSpPr/>
          <p:nvPr/>
        </p:nvSpPr>
        <p:spPr>
          <a:xfrm>
            <a:off x="640080" y="60899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5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Imágenes conceptuales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265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 INGENIERÍA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32688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834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Tres líneas. Un alcance claro en cada encargo.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644652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5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Richard Castro · recingenieria.com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437376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65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423160"/>
            <a:ext cx="914400" cy="786384"/>
          </a:xfrm>
          <a:prstGeom prst="rect">
            <a:avLst/>
          </a:prstGeom>
          <a:solidFill>
            <a:srgbClr val="123A62"/>
          </a:solidFill>
          <a:ln w="12700">
            <a:solidFill>
              <a:srgbClr val="123A6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542032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1828800" y="24231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834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Suelo y estructuras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5760720" y="242316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265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Geotecnia y cimentaciones.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5265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Cálculo y revisión estructural.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40080" y="3557016"/>
            <a:ext cx="914400" cy="786384"/>
          </a:xfrm>
          <a:prstGeom prst="rect">
            <a:avLst/>
          </a:prstGeom>
          <a:solidFill>
            <a:srgbClr val="123A62"/>
          </a:solidFill>
          <a:ln w="12700">
            <a:solidFill>
              <a:srgbClr val="123A6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675888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1828800" y="3557016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834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Seguimiento de obras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5760720" y="3557016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265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Antecedentes y observaciones.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5265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Prioridades y seguimiento acordado.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40080" y="4690872"/>
            <a:ext cx="914400" cy="786384"/>
          </a:xfrm>
          <a:prstGeom prst="rect">
            <a:avLst/>
          </a:prstGeom>
          <a:solidFill>
            <a:srgbClr val="123A62"/>
          </a:solidFill>
          <a:ln w="12700">
            <a:solidFill>
              <a:srgbClr val="123A6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809744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2500" dirty="0"/>
          </a:p>
        </p:txBody>
      </p:sp>
      <p:sp>
        <p:nvSpPr>
          <p:cNvPr id="16" name="Text 14"/>
          <p:cNvSpPr/>
          <p:nvPr/>
        </p:nvSpPr>
        <p:spPr>
          <a:xfrm>
            <a:off x="1828800" y="4690872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834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Riego y fertirriego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5760720" y="4690872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265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Diseño y revisión de instalaciones.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5265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Diagnóstico con datos de campo.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265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 INGENIERÍA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32688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834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 los antecedentes a los próximos pasos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644652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5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Richard Castro · recingenieria.com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437376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65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606040"/>
            <a:ext cx="265176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81635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37A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68680" y="367588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834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Definir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868680" y="43434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265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Necesidad, alcance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265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 datos disponibles.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3511296" y="2606040"/>
            <a:ext cx="265176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39896" y="281635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37A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3739896" y="367588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834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Revisar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3739896" y="43434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265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Criterios, información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265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 verificaciones.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382512" y="2606040"/>
            <a:ext cx="265176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11112" y="281635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37A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6611112" y="367588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834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Documentar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6611112" y="43434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265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Hallazgos, entregables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265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 límites del análisis.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9253728" y="2606040"/>
            <a:ext cx="2651760" cy="2651760"/>
          </a:xfrm>
          <a:prstGeom prst="rect">
            <a:avLst/>
          </a:prstGeom>
          <a:solidFill>
            <a:srgbClr val="123A62"/>
          </a:solidFill>
          <a:ln w="12700">
            <a:solidFill>
              <a:srgbClr val="123A6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82328" y="281635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ADC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9482328" y="367588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Acordar</a:t>
            </a:r>
            <a:endParaRPr lang="en-US" sz="2300" dirty="0"/>
          </a:p>
        </p:txBody>
      </p:sp>
      <p:sp>
        <p:nvSpPr>
          <p:cNvPr id="21" name="Text 19"/>
          <p:cNvSpPr/>
          <p:nvPr/>
        </p:nvSpPr>
        <p:spPr>
          <a:xfrm>
            <a:off x="9482328" y="43434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Prioridades y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CADC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siguiente paso.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40080" y="56235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265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Herramientas digitales con revisión profesional y trazabilidad.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265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 INGENIERÍA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32688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834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 que recibe el cliente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644652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5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Richard Castro · recingenieria.com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437376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65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514600"/>
            <a:ext cx="3520440" cy="29077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926080"/>
            <a:ext cx="2999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834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Información ordenada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96112" y="4023360"/>
            <a:ext cx="299923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265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Antecedentes y observaciones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5265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 pueden seguirse y revisarse.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389120" y="2514600"/>
            <a:ext cx="3520440" cy="29077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45152" y="2926080"/>
            <a:ext cx="2999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834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Criterios documentados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645152" y="4023360"/>
            <a:ext cx="299923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265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Una explicación del alcance,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5265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 hallazgos y sus límites.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8138160" y="2514600"/>
            <a:ext cx="3520440" cy="29077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94192" y="2926080"/>
            <a:ext cx="2999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834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Próximos pasos claros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8394192" y="4023360"/>
            <a:ext cx="299923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265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Prioridades y datos pendientes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5265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para continuar el proyecto.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265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 INGENIERÍA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32688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834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Colaboración técnica, desde una necesidad concreta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644652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5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Richard Castro · recingenieria.com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437376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65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166360" cy="2697480"/>
          </a:xfrm>
          <a:prstGeom prst="rect">
            <a:avLst/>
          </a:prstGeom>
          <a:solidFill>
            <a:srgbClr val="123A62"/>
          </a:solidFill>
          <a:ln w="12700">
            <a:solidFill>
              <a:srgbClr val="123A6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85292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Para estudios y empresas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914400" y="3685032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Apoyo en un cálculo, una revisión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CADC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documentación de proyecto.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CADC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Responsabilidades acordadas.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46520" y="271576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834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Para empezar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6446520" y="3502152"/>
            <a:ext cx="48920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265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Explicar la necesidad.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5265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Reunir los antecedentes.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5265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Definir alcance y entregables.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5265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Acordar cómo continuar.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265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 INGENIERÍA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32688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834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referencia que buscamos esta semana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644652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5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Richard Castro · recingenieria.com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0" y="6437376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65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487168"/>
            <a:ext cx="108356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743200"/>
            <a:ext cx="10012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34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responsable de estudio o empresa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1834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 una cimentación o estructura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1834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pendiente de revisión.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640080" y="5276088"/>
            <a:ext cx="10652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5265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 escucha «necesitamos revisar este cálculo»,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52657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una presentación consentida puede iniciar la conversación.</a:t>
            </a:r>
            <a:endParaRPr lang="en-US" sz="2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3A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dev\rec-ingenieria\materiales_comerciales\imagenes\suel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66560" y="0"/>
            <a:ext cx="5431536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766560" cy="6858000"/>
          </a:xfrm>
          <a:prstGeom prst="rect">
            <a:avLst/>
          </a:prstGeom>
          <a:solidFill>
            <a:srgbClr val="123A62"/>
          </a:solidFill>
          <a:ln w="12700">
            <a:solidFill>
              <a:srgbClr val="123A62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9692640" y="6071616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Imagen conceptual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40080" y="411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 INGENIERÍA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932688"/>
            <a:ext cx="5943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Hablemos de su próximo proyecto.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644652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Richard Castro · recingenieria.com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972800" y="6437376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24688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Richard Castro Núñez</a:t>
            </a:r>
            <a:endParaRPr lang="en-US" sz="2900" dirty="0"/>
          </a:p>
        </p:txBody>
      </p:sp>
      <p:sp>
        <p:nvSpPr>
          <p:cNvPr id="10" name="Text 7"/>
          <p:cNvSpPr/>
          <p:nvPr/>
        </p:nvSpPr>
        <p:spPr>
          <a:xfrm>
            <a:off x="640080" y="3447288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España  +34 611 437 071</a:t>
            </a:r>
            <a:endParaRPr lang="en-US" sz="2500" dirty="0"/>
          </a:p>
          <a:p>
            <a:pPr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Chile     +56 9 7153 2583</a:t>
            </a:r>
            <a:endParaRPr lang="en-US" sz="2500" dirty="0"/>
          </a:p>
        </p:txBody>
      </p:sp>
      <p:sp>
        <p:nvSpPr>
          <p:cNvPr id="11" name="Text 8"/>
          <p:cNvSpPr/>
          <p:nvPr/>
        </p:nvSpPr>
        <p:spPr>
          <a:xfrm>
            <a:off x="640080" y="4956048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CADC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richard.castro@recltda.cl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CADC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recingenieria.com</a:t>
            </a:r>
            <a:endParaRPr lang="en-US" sz="2300" dirty="0"/>
          </a:p>
        </p:txBody>
      </p:sp>
      <p:pic>
        <p:nvPicPr>
          <p:cNvPr id="12" name="Image 1" descr="QR a recingenieria.co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400" y="2798064"/>
            <a:ext cx="2286000" cy="22860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897112" y="530352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Contacto y WhatsApp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REC Ingeniería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REC Ingeniería | Criterio técnico para decidir</dc:title>
  <dc:subject>Propuesta comercial</dc:subject>
  <dc:creator>REC Ingeniería</dc:creator>
  <cp:lastModifiedBy>REC Ingeniería</cp:lastModifiedBy>
  <cp:revision>1</cp:revision>
  <dcterms:created xsi:type="dcterms:W3CDTF">2026-10-06T18:02:06Z</dcterms:created>
  <dcterms:modified xsi:type="dcterms:W3CDTF">2026-10-06T18:02:06Z</dcterms:modified>
</cp:coreProperties>
</file>